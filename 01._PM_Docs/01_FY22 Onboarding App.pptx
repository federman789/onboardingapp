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10"/>
  </p:notesMasterIdLst>
  <p:sldIdLst>
    <p:sldId id="256" r:id="rId2"/>
    <p:sldId id="263" r:id="rId3"/>
    <p:sldId id="257" r:id="rId4"/>
    <p:sldId id="258" r:id="rId5"/>
    <p:sldId id="260" r:id="rId6"/>
    <p:sldId id="261" r:id="rId7"/>
    <p:sldId id="262"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4E7D3F-1133-4B96-81E1-91A8B829FFEE}" v="64" dt="2026-01-28T17:58:06.3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derico   Leal Quintero" userId="33fa458c-48bb-483d-b6c4-5e33e789b225" providerId="ADAL" clId="{12537E50-C9EA-4147-B56A-811967D6F021}"/>
    <pc:docChg chg="undo custSel addSld modSld">
      <pc:chgData name="Federico   Leal Quintero" userId="33fa458c-48bb-483d-b6c4-5e33e789b225" providerId="ADAL" clId="{12537E50-C9EA-4147-B56A-811967D6F021}" dt="2026-01-28T17:58:11.210" v="477" actId="1076"/>
      <pc:docMkLst>
        <pc:docMk/>
      </pc:docMkLst>
      <pc:sldChg chg="addSp modSp modNotesTx">
        <pc:chgData name="Federico   Leal Quintero" userId="33fa458c-48bb-483d-b6c4-5e33e789b225" providerId="ADAL" clId="{12537E50-C9EA-4147-B56A-811967D6F021}" dt="2026-01-28T17:51:07.211" v="404" actId="20577"/>
        <pc:sldMkLst>
          <pc:docMk/>
          <pc:sldMk cId="109857222" sldId="256"/>
        </pc:sldMkLst>
        <pc:spChg chg="mod">
          <ac:chgData name="Federico   Leal Quintero" userId="33fa458c-48bb-483d-b6c4-5e33e789b225" providerId="ADAL" clId="{12537E50-C9EA-4147-B56A-811967D6F021}" dt="2026-01-28T17:39:18.333" v="1" actId="20577"/>
          <ac:spMkLst>
            <pc:docMk/>
            <pc:sldMk cId="109857222" sldId="256"/>
            <ac:spMk id="2" creationId="{00000000-0000-0000-0000-000000000000}"/>
          </ac:spMkLst>
        </pc:spChg>
        <pc:spChg chg="add mod">
          <ac:chgData name="Federico   Leal Quintero" userId="33fa458c-48bb-483d-b6c4-5e33e789b225" providerId="ADAL" clId="{12537E50-C9EA-4147-B56A-811967D6F021}" dt="2026-01-28T17:47:35.540" v="208"/>
          <ac:spMkLst>
            <pc:docMk/>
            <pc:sldMk cId="109857222" sldId="256"/>
            <ac:spMk id="5" creationId="{329D4AED-F5D6-5476-7FFD-6671A03CF120}"/>
          </ac:spMkLst>
        </pc:spChg>
        <pc:picChg chg="add mod">
          <ac:chgData name="Federico   Leal Quintero" userId="33fa458c-48bb-483d-b6c4-5e33e789b225" providerId="ADAL" clId="{12537E50-C9EA-4147-B56A-811967D6F021}" dt="2026-01-28T17:47:35.540" v="208"/>
          <ac:picMkLst>
            <pc:docMk/>
            <pc:sldMk cId="109857222" sldId="256"/>
            <ac:picMk id="4" creationId="{384795F6-C939-9680-9CBE-183197A28796}"/>
          </ac:picMkLst>
        </pc:picChg>
      </pc:sldChg>
      <pc:sldChg chg="addSp delSp modSp mod">
        <pc:chgData name="Federico   Leal Quintero" userId="33fa458c-48bb-483d-b6c4-5e33e789b225" providerId="ADAL" clId="{12537E50-C9EA-4147-B56A-811967D6F021}" dt="2026-01-28T17:49:29.665" v="227" actId="1076"/>
        <pc:sldMkLst>
          <pc:docMk/>
          <pc:sldMk cId="3677162441" sldId="257"/>
        </pc:sldMkLst>
        <pc:spChg chg="add del mod topLvl">
          <ac:chgData name="Federico   Leal Quintero" userId="33fa458c-48bb-483d-b6c4-5e33e789b225" providerId="ADAL" clId="{12537E50-C9EA-4147-B56A-811967D6F021}" dt="2026-01-28T17:49:27.084" v="226" actId="478"/>
          <ac:spMkLst>
            <pc:docMk/>
            <pc:sldMk cId="3677162441" sldId="257"/>
            <ac:spMk id="2" creationId="{C87B7087-4EAE-3F0B-2301-BBFE75416442}"/>
          </ac:spMkLst>
        </pc:spChg>
        <pc:spChg chg="mod">
          <ac:chgData name="Federico   Leal Quintero" userId="33fa458c-48bb-483d-b6c4-5e33e789b225" providerId="ADAL" clId="{12537E50-C9EA-4147-B56A-811967D6F021}" dt="2026-01-28T17:41:35.055" v="55" actId="1076"/>
          <ac:spMkLst>
            <pc:docMk/>
            <pc:sldMk cId="3677162441" sldId="257"/>
            <ac:spMk id="8" creationId="{4DBAD7BB-A9FE-5C47-1203-00FD0B6DF279}"/>
          </ac:spMkLst>
        </pc:spChg>
        <pc:spChg chg="add mod">
          <ac:chgData name="Federico   Leal Quintero" userId="33fa458c-48bb-483d-b6c4-5e33e789b225" providerId="ADAL" clId="{12537E50-C9EA-4147-B56A-811967D6F021}" dt="2026-01-28T17:42:07.111" v="65"/>
          <ac:spMkLst>
            <pc:docMk/>
            <pc:sldMk cId="3677162441" sldId="257"/>
            <ac:spMk id="11" creationId="{2918E192-084B-B119-B9A1-F91A640B9E71}"/>
          </ac:spMkLst>
        </pc:spChg>
        <pc:spChg chg="add del mod">
          <ac:chgData name="Federico   Leal Quintero" userId="33fa458c-48bb-483d-b6c4-5e33e789b225" providerId="ADAL" clId="{12537E50-C9EA-4147-B56A-811967D6F021}" dt="2026-01-28T17:49:27.084" v="226" actId="478"/>
          <ac:spMkLst>
            <pc:docMk/>
            <pc:sldMk cId="3677162441" sldId="257"/>
            <ac:spMk id="12" creationId="{84DDDF49-5619-DC19-9F48-12786D5A4BF1}"/>
          </ac:spMkLst>
        </pc:spChg>
        <pc:spChg chg="add del mod">
          <ac:chgData name="Federico   Leal Quintero" userId="33fa458c-48bb-483d-b6c4-5e33e789b225" providerId="ADAL" clId="{12537E50-C9EA-4147-B56A-811967D6F021}" dt="2026-01-28T17:49:27.084" v="226" actId="478"/>
          <ac:spMkLst>
            <pc:docMk/>
            <pc:sldMk cId="3677162441" sldId="257"/>
            <ac:spMk id="13" creationId="{DA480015-2586-BD43-9BC6-603DF50B110E}"/>
          </ac:spMkLst>
        </pc:spChg>
        <pc:grpChg chg="add del mod">
          <ac:chgData name="Federico   Leal Quintero" userId="33fa458c-48bb-483d-b6c4-5e33e789b225" providerId="ADAL" clId="{12537E50-C9EA-4147-B56A-811967D6F021}" dt="2026-01-28T17:42:04.973" v="64" actId="165"/>
          <ac:grpSpMkLst>
            <pc:docMk/>
            <pc:sldMk cId="3677162441" sldId="257"/>
            <ac:grpSpMk id="4" creationId="{36A2189E-6A7B-9AE6-F35E-C4F53CD6B7BD}"/>
          </ac:grpSpMkLst>
        </pc:grpChg>
        <pc:grpChg chg="add del mod">
          <ac:chgData name="Federico   Leal Quintero" userId="33fa458c-48bb-483d-b6c4-5e33e789b225" providerId="ADAL" clId="{12537E50-C9EA-4147-B56A-811967D6F021}" dt="2026-01-28T17:41:47.914" v="58" actId="478"/>
          <ac:grpSpMkLst>
            <pc:docMk/>
            <pc:sldMk cId="3677162441" sldId="257"/>
            <ac:grpSpMk id="5" creationId="{EDA8B4AC-52FD-8D7D-E60B-0EC1CF5AE0C8}"/>
          </ac:grpSpMkLst>
        </pc:grpChg>
        <pc:picChg chg="del mod topLvl">
          <ac:chgData name="Federico   Leal Quintero" userId="33fa458c-48bb-483d-b6c4-5e33e789b225" providerId="ADAL" clId="{12537E50-C9EA-4147-B56A-811967D6F021}" dt="2026-01-28T17:49:27.084" v="226" actId="478"/>
          <ac:picMkLst>
            <pc:docMk/>
            <pc:sldMk cId="3677162441" sldId="257"/>
            <ac:picMk id="3" creationId="{93FB5F23-D4F8-F2D1-4F98-4681EAF4B714}"/>
          </ac:picMkLst>
        </pc:picChg>
        <pc:picChg chg="mod">
          <ac:chgData name="Federico   Leal Quintero" userId="33fa458c-48bb-483d-b6c4-5e33e789b225" providerId="ADAL" clId="{12537E50-C9EA-4147-B56A-811967D6F021}" dt="2026-01-28T17:41:29.360" v="52"/>
          <ac:picMkLst>
            <pc:docMk/>
            <pc:sldMk cId="3677162441" sldId="257"/>
            <ac:picMk id="7" creationId="{8217115D-8655-AAB5-B049-20906EA3FA5E}"/>
          </ac:picMkLst>
        </pc:picChg>
        <pc:picChg chg="add del mod">
          <ac:chgData name="Federico   Leal Quintero" userId="33fa458c-48bb-483d-b6c4-5e33e789b225" providerId="ADAL" clId="{12537E50-C9EA-4147-B56A-811967D6F021}" dt="2026-01-28T17:42:00.393" v="63" actId="478"/>
          <ac:picMkLst>
            <pc:docMk/>
            <pc:sldMk cId="3677162441" sldId="257"/>
            <ac:picMk id="9" creationId="{6E4457E6-893A-15BD-3D89-8F27239084CC}"/>
          </ac:picMkLst>
        </pc:picChg>
        <pc:picChg chg="add mod">
          <ac:chgData name="Federico   Leal Quintero" userId="33fa458c-48bb-483d-b6c4-5e33e789b225" providerId="ADAL" clId="{12537E50-C9EA-4147-B56A-811967D6F021}" dt="2026-01-28T17:42:07.111" v="65"/>
          <ac:picMkLst>
            <pc:docMk/>
            <pc:sldMk cId="3677162441" sldId="257"/>
            <ac:picMk id="10" creationId="{CB4AC6A3-45D8-4376-BDD0-E240841E9A09}"/>
          </ac:picMkLst>
        </pc:picChg>
        <pc:picChg chg="mod">
          <ac:chgData name="Federico   Leal Quintero" userId="33fa458c-48bb-483d-b6c4-5e33e789b225" providerId="ADAL" clId="{12537E50-C9EA-4147-B56A-811967D6F021}" dt="2026-01-28T17:49:29.665" v="227" actId="1076"/>
          <ac:picMkLst>
            <pc:docMk/>
            <pc:sldMk cId="3677162441" sldId="257"/>
            <ac:picMk id="14" creationId="{A94D7746-5AEF-B2BE-6062-B8875BC097C1}"/>
          </ac:picMkLst>
        </pc:picChg>
      </pc:sldChg>
      <pc:sldChg chg="addSp delSp modSp mod">
        <pc:chgData name="Federico   Leal Quintero" userId="33fa458c-48bb-483d-b6c4-5e33e789b225" providerId="ADAL" clId="{12537E50-C9EA-4147-B56A-811967D6F021}" dt="2026-01-28T17:49:10.071" v="222" actId="1076"/>
        <pc:sldMkLst>
          <pc:docMk/>
          <pc:sldMk cId="11954664" sldId="258"/>
        </pc:sldMkLst>
        <pc:spChg chg="add del mod">
          <ac:chgData name="Federico   Leal Quintero" userId="33fa458c-48bb-483d-b6c4-5e33e789b225" providerId="ADAL" clId="{12537E50-C9EA-4147-B56A-811967D6F021}" dt="2026-01-28T17:46:57.019" v="146" actId="478"/>
          <ac:spMkLst>
            <pc:docMk/>
            <pc:sldMk cId="11954664" sldId="258"/>
            <ac:spMk id="2" creationId="{410EB093-688C-55CB-8640-9DD27EA49F08}"/>
          </ac:spMkLst>
        </pc:spChg>
        <pc:picChg chg="add del mod">
          <ac:chgData name="Federico   Leal Quintero" userId="33fa458c-48bb-483d-b6c4-5e33e789b225" providerId="ADAL" clId="{12537E50-C9EA-4147-B56A-811967D6F021}" dt="2026-01-28T17:49:10.071" v="222" actId="1076"/>
          <ac:picMkLst>
            <pc:docMk/>
            <pc:sldMk cId="11954664" sldId="258"/>
            <ac:picMk id="3" creationId="{34320CEA-16BF-A1BF-8C24-5E06EF975BB0}"/>
          </ac:picMkLst>
        </pc:picChg>
        <pc:picChg chg="del">
          <ac:chgData name="Federico   Leal Quintero" userId="33fa458c-48bb-483d-b6c4-5e33e789b225" providerId="ADAL" clId="{12537E50-C9EA-4147-B56A-811967D6F021}" dt="2026-01-28T17:46:52.493" v="143" actId="478"/>
          <ac:picMkLst>
            <pc:docMk/>
            <pc:sldMk cId="11954664" sldId="258"/>
            <ac:picMk id="4" creationId="{ADB58EB2-DE1E-26A3-FACC-8A5244D247AB}"/>
          </ac:picMkLst>
        </pc:picChg>
      </pc:sldChg>
      <pc:sldChg chg="addSp delSp modSp mod">
        <pc:chgData name="Federico   Leal Quintero" userId="33fa458c-48bb-483d-b6c4-5e33e789b225" providerId="ADAL" clId="{12537E50-C9EA-4147-B56A-811967D6F021}" dt="2026-01-28T17:53:18.015" v="411" actId="1076"/>
        <pc:sldMkLst>
          <pc:docMk/>
          <pc:sldMk cId="197037652" sldId="260"/>
        </pc:sldMkLst>
        <pc:spChg chg="add del mod">
          <ac:chgData name="Federico   Leal Quintero" userId="33fa458c-48bb-483d-b6c4-5e33e789b225" providerId="ADAL" clId="{12537E50-C9EA-4147-B56A-811967D6F021}" dt="2026-01-28T17:48:00.237" v="211" actId="478"/>
          <ac:spMkLst>
            <pc:docMk/>
            <pc:sldMk cId="197037652" sldId="260"/>
            <ac:spMk id="2" creationId="{001BFD44-8925-4BCE-091A-B65DE8EE2479}"/>
          </ac:spMkLst>
        </pc:spChg>
        <pc:spChg chg="add del">
          <ac:chgData name="Federico   Leal Quintero" userId="33fa458c-48bb-483d-b6c4-5e33e789b225" providerId="ADAL" clId="{12537E50-C9EA-4147-B56A-811967D6F021}" dt="2026-01-28T17:53:13.699" v="409" actId="478"/>
          <ac:spMkLst>
            <pc:docMk/>
            <pc:sldMk cId="197037652" sldId="260"/>
            <ac:spMk id="2" creationId="{26675DA2-204B-A162-492F-9CBE1694DE06}"/>
          </ac:spMkLst>
        </pc:spChg>
        <pc:spChg chg="add del mod">
          <ac:chgData name="Federico   Leal Quintero" userId="33fa458c-48bb-483d-b6c4-5e33e789b225" providerId="ADAL" clId="{12537E50-C9EA-4147-B56A-811967D6F021}" dt="2026-01-28T17:48:00.237" v="211" actId="478"/>
          <ac:spMkLst>
            <pc:docMk/>
            <pc:sldMk cId="197037652" sldId="260"/>
            <ac:spMk id="4" creationId="{09EDE02A-9B66-4CCA-A12E-A294624DEBEE}"/>
          </ac:spMkLst>
        </pc:spChg>
        <pc:spChg chg="add del mod">
          <ac:chgData name="Federico   Leal Quintero" userId="33fa458c-48bb-483d-b6c4-5e33e789b225" providerId="ADAL" clId="{12537E50-C9EA-4147-B56A-811967D6F021}" dt="2026-01-28T17:48:00.237" v="211" actId="478"/>
          <ac:spMkLst>
            <pc:docMk/>
            <pc:sldMk cId="197037652" sldId="260"/>
            <ac:spMk id="6" creationId="{51FF9421-0829-2412-6FA0-65A17AA2F144}"/>
          </ac:spMkLst>
        </pc:spChg>
        <pc:spChg chg="add del mod">
          <ac:chgData name="Federico   Leal Quintero" userId="33fa458c-48bb-483d-b6c4-5e33e789b225" providerId="ADAL" clId="{12537E50-C9EA-4147-B56A-811967D6F021}" dt="2026-01-28T17:48:00.237" v="211" actId="478"/>
          <ac:spMkLst>
            <pc:docMk/>
            <pc:sldMk cId="197037652" sldId="260"/>
            <ac:spMk id="7" creationId="{0C0921BB-90DC-DF43-53B7-B9FC028B9EE0}"/>
          </ac:spMkLst>
        </pc:spChg>
        <pc:spChg chg="add del mod">
          <ac:chgData name="Federico   Leal Quintero" userId="33fa458c-48bb-483d-b6c4-5e33e789b225" providerId="ADAL" clId="{12537E50-C9EA-4147-B56A-811967D6F021}" dt="2026-01-28T17:44:17.716" v="104" actId="478"/>
          <ac:spMkLst>
            <pc:docMk/>
            <pc:sldMk cId="197037652" sldId="260"/>
            <ac:spMk id="8" creationId="{499F3BA6-4DCD-CC2F-958A-385F73905544}"/>
          </ac:spMkLst>
        </pc:spChg>
        <pc:picChg chg="mod">
          <ac:chgData name="Federico   Leal Quintero" userId="33fa458c-48bb-483d-b6c4-5e33e789b225" providerId="ADAL" clId="{12537E50-C9EA-4147-B56A-811967D6F021}" dt="2026-01-28T17:53:18.015" v="411" actId="1076"/>
          <ac:picMkLst>
            <pc:docMk/>
            <pc:sldMk cId="197037652" sldId="260"/>
            <ac:picMk id="3" creationId="{1523804E-8DBD-DC42-C71E-F45F40595FF5}"/>
          </ac:picMkLst>
        </pc:picChg>
        <pc:picChg chg="del">
          <ac:chgData name="Federico   Leal Quintero" userId="33fa458c-48bb-483d-b6c4-5e33e789b225" providerId="ADAL" clId="{12537E50-C9EA-4147-B56A-811967D6F021}" dt="2026-01-28T17:48:00.237" v="211" actId="478"/>
          <ac:picMkLst>
            <pc:docMk/>
            <pc:sldMk cId="197037652" sldId="260"/>
            <ac:picMk id="3" creationId="{F24C38C4-BD75-852B-A240-111622ACA3A8}"/>
          </ac:picMkLst>
        </pc:picChg>
        <pc:picChg chg="del mod">
          <ac:chgData name="Federico   Leal Quintero" userId="33fa458c-48bb-483d-b6c4-5e33e789b225" providerId="ADAL" clId="{12537E50-C9EA-4147-B56A-811967D6F021}" dt="2026-01-28T17:53:11.302" v="407" actId="478"/>
          <ac:picMkLst>
            <pc:docMk/>
            <pc:sldMk cId="197037652" sldId="260"/>
            <ac:picMk id="9" creationId="{2DA45AD9-EED6-968F-1D07-3498C7D0BC27}"/>
          </ac:picMkLst>
        </pc:picChg>
      </pc:sldChg>
      <pc:sldChg chg="addSp delSp modSp mod">
        <pc:chgData name="Federico   Leal Quintero" userId="33fa458c-48bb-483d-b6c4-5e33e789b225" providerId="ADAL" clId="{12537E50-C9EA-4147-B56A-811967D6F021}" dt="2026-01-28T17:48:41.930" v="217" actId="1076"/>
        <pc:sldMkLst>
          <pc:docMk/>
          <pc:sldMk cId="2736741169" sldId="261"/>
        </pc:sldMkLst>
        <pc:spChg chg="add mod">
          <ac:chgData name="Federico   Leal Quintero" userId="33fa458c-48bb-483d-b6c4-5e33e789b225" providerId="ADAL" clId="{12537E50-C9EA-4147-B56A-811967D6F021}" dt="2026-01-28T17:44:35.292" v="108" actId="14100"/>
          <ac:spMkLst>
            <pc:docMk/>
            <pc:sldMk cId="2736741169" sldId="261"/>
            <ac:spMk id="3" creationId="{94E0C0AD-E587-EEAF-8820-6A0E0555E234}"/>
          </ac:spMkLst>
        </pc:spChg>
        <pc:spChg chg="add del mod">
          <ac:chgData name="Federico   Leal Quintero" userId="33fa458c-48bb-483d-b6c4-5e33e789b225" providerId="ADAL" clId="{12537E50-C9EA-4147-B56A-811967D6F021}" dt="2026-01-28T17:48:30.287" v="215" actId="478"/>
          <ac:spMkLst>
            <pc:docMk/>
            <pc:sldMk cId="2736741169" sldId="261"/>
            <ac:spMk id="4" creationId="{870AF691-C30F-6B72-E1CE-280E878E3A4F}"/>
          </ac:spMkLst>
        </pc:spChg>
        <pc:spChg chg="add del mod">
          <ac:chgData name="Federico   Leal Quintero" userId="33fa458c-48bb-483d-b6c4-5e33e789b225" providerId="ADAL" clId="{12537E50-C9EA-4147-B56A-811967D6F021}" dt="2026-01-28T17:48:30.287" v="215" actId="478"/>
          <ac:spMkLst>
            <pc:docMk/>
            <pc:sldMk cId="2736741169" sldId="261"/>
            <ac:spMk id="6" creationId="{586010A6-2F70-320D-EB8F-A1AEC5F1E9DC}"/>
          </ac:spMkLst>
        </pc:spChg>
        <pc:spChg chg="add mod">
          <ac:chgData name="Federico   Leal Quintero" userId="33fa458c-48bb-483d-b6c4-5e33e789b225" providerId="ADAL" clId="{12537E50-C9EA-4147-B56A-811967D6F021}" dt="2026-01-28T17:44:54.721" v="113"/>
          <ac:spMkLst>
            <pc:docMk/>
            <pc:sldMk cId="2736741169" sldId="261"/>
            <ac:spMk id="7" creationId="{4ECFC215-D3B7-489B-897F-071085BB324E}"/>
          </ac:spMkLst>
        </pc:spChg>
        <pc:spChg chg="add del mod">
          <ac:chgData name="Federico   Leal Quintero" userId="33fa458c-48bb-483d-b6c4-5e33e789b225" providerId="ADAL" clId="{12537E50-C9EA-4147-B56A-811967D6F021}" dt="2026-01-28T17:48:30.287" v="215" actId="478"/>
          <ac:spMkLst>
            <pc:docMk/>
            <pc:sldMk cId="2736741169" sldId="261"/>
            <ac:spMk id="8" creationId="{45888178-8F93-9FDA-AEED-AE820A7B47D3}"/>
          </ac:spMkLst>
        </pc:spChg>
        <pc:spChg chg="add del mod">
          <ac:chgData name="Federico   Leal Quintero" userId="33fa458c-48bb-483d-b6c4-5e33e789b225" providerId="ADAL" clId="{12537E50-C9EA-4147-B56A-811967D6F021}" dt="2026-01-28T17:48:30.287" v="215" actId="478"/>
          <ac:spMkLst>
            <pc:docMk/>
            <pc:sldMk cId="2736741169" sldId="261"/>
            <ac:spMk id="9" creationId="{1169F268-E10E-CB08-5252-F51C13A9CB8C}"/>
          </ac:spMkLst>
        </pc:spChg>
        <pc:spChg chg="add mod">
          <ac:chgData name="Federico   Leal Quintero" userId="33fa458c-48bb-483d-b6c4-5e33e789b225" providerId="ADAL" clId="{12537E50-C9EA-4147-B56A-811967D6F021}" dt="2026-01-28T17:45:11.049" v="120" actId="1076"/>
          <ac:spMkLst>
            <pc:docMk/>
            <pc:sldMk cId="2736741169" sldId="261"/>
            <ac:spMk id="10" creationId="{974DF34A-CD2B-086D-1870-9510409A4A0A}"/>
          </ac:spMkLst>
        </pc:spChg>
        <pc:spChg chg="add del mod">
          <ac:chgData name="Federico   Leal Quintero" userId="33fa458c-48bb-483d-b6c4-5e33e789b225" providerId="ADAL" clId="{12537E50-C9EA-4147-B56A-811967D6F021}" dt="2026-01-28T17:48:30.287" v="215" actId="478"/>
          <ac:spMkLst>
            <pc:docMk/>
            <pc:sldMk cId="2736741169" sldId="261"/>
            <ac:spMk id="11" creationId="{4F993EDB-21B9-83E6-F493-FC06A128F113}"/>
          </ac:spMkLst>
        </pc:spChg>
        <pc:spChg chg="add del mod">
          <ac:chgData name="Federico   Leal Quintero" userId="33fa458c-48bb-483d-b6c4-5e33e789b225" providerId="ADAL" clId="{12537E50-C9EA-4147-B56A-811967D6F021}" dt="2026-01-28T17:48:30.287" v="215" actId="478"/>
          <ac:spMkLst>
            <pc:docMk/>
            <pc:sldMk cId="2736741169" sldId="261"/>
            <ac:spMk id="12" creationId="{BB86F628-FF10-7BA8-78C7-105DF097DA75}"/>
          </ac:spMkLst>
        </pc:spChg>
        <pc:spChg chg="add mod">
          <ac:chgData name="Federico   Leal Quintero" userId="33fa458c-48bb-483d-b6c4-5e33e789b225" providerId="ADAL" clId="{12537E50-C9EA-4147-B56A-811967D6F021}" dt="2026-01-28T17:45:21.946" v="122" actId="1076"/>
          <ac:spMkLst>
            <pc:docMk/>
            <pc:sldMk cId="2736741169" sldId="261"/>
            <ac:spMk id="13" creationId="{330D5B7F-C4B6-9CE0-A122-45991522D90B}"/>
          </ac:spMkLst>
        </pc:spChg>
        <pc:spChg chg="add mod">
          <ac:chgData name="Federico   Leal Quintero" userId="33fa458c-48bb-483d-b6c4-5e33e789b225" providerId="ADAL" clId="{12537E50-C9EA-4147-B56A-811967D6F021}" dt="2026-01-28T17:45:21.946" v="122" actId="1076"/>
          <ac:spMkLst>
            <pc:docMk/>
            <pc:sldMk cId="2736741169" sldId="261"/>
            <ac:spMk id="14" creationId="{81604E73-FF4A-AD86-4E27-429066C5B051}"/>
          </ac:spMkLst>
        </pc:spChg>
        <pc:spChg chg="add del mod">
          <ac:chgData name="Federico   Leal Quintero" userId="33fa458c-48bb-483d-b6c4-5e33e789b225" providerId="ADAL" clId="{12537E50-C9EA-4147-B56A-811967D6F021}" dt="2026-01-28T17:48:30.287" v="215" actId="478"/>
          <ac:spMkLst>
            <pc:docMk/>
            <pc:sldMk cId="2736741169" sldId="261"/>
            <ac:spMk id="15" creationId="{460B40A4-3DB5-9C93-8EE8-17E5C5EAF4B3}"/>
          </ac:spMkLst>
        </pc:spChg>
        <pc:spChg chg="add del mod">
          <ac:chgData name="Federico   Leal Quintero" userId="33fa458c-48bb-483d-b6c4-5e33e789b225" providerId="ADAL" clId="{12537E50-C9EA-4147-B56A-811967D6F021}" dt="2026-01-28T17:48:30.287" v="215" actId="478"/>
          <ac:spMkLst>
            <pc:docMk/>
            <pc:sldMk cId="2736741169" sldId="261"/>
            <ac:spMk id="16" creationId="{8B5AF3BA-77CF-1B41-0942-69EEB9470EF9}"/>
          </ac:spMkLst>
        </pc:spChg>
        <pc:spChg chg="add del mod">
          <ac:chgData name="Federico   Leal Quintero" userId="33fa458c-48bb-483d-b6c4-5e33e789b225" providerId="ADAL" clId="{12537E50-C9EA-4147-B56A-811967D6F021}" dt="2026-01-28T17:48:30.287" v="215" actId="478"/>
          <ac:spMkLst>
            <pc:docMk/>
            <pc:sldMk cId="2736741169" sldId="261"/>
            <ac:spMk id="17" creationId="{D6EB49EB-558F-D59B-3A8B-57451DB9A1F6}"/>
          </ac:spMkLst>
        </pc:spChg>
        <pc:spChg chg="add mod">
          <ac:chgData name="Federico   Leal Quintero" userId="33fa458c-48bb-483d-b6c4-5e33e789b225" providerId="ADAL" clId="{12537E50-C9EA-4147-B56A-811967D6F021}" dt="2026-01-28T17:45:27.160" v="124" actId="1076"/>
          <ac:spMkLst>
            <pc:docMk/>
            <pc:sldMk cId="2736741169" sldId="261"/>
            <ac:spMk id="18" creationId="{57A6CEE6-6FEB-2030-769D-9707EB0DAEE2}"/>
          </ac:spMkLst>
        </pc:spChg>
        <pc:spChg chg="add del mod">
          <ac:chgData name="Federico   Leal Quintero" userId="33fa458c-48bb-483d-b6c4-5e33e789b225" providerId="ADAL" clId="{12537E50-C9EA-4147-B56A-811967D6F021}" dt="2026-01-28T17:48:30.287" v="215" actId="478"/>
          <ac:spMkLst>
            <pc:docMk/>
            <pc:sldMk cId="2736741169" sldId="261"/>
            <ac:spMk id="19" creationId="{C7A38E6A-654F-96E2-4C71-D88DDDCC56CA}"/>
          </ac:spMkLst>
        </pc:spChg>
        <pc:spChg chg="add mod">
          <ac:chgData name="Federico   Leal Quintero" userId="33fa458c-48bb-483d-b6c4-5e33e789b225" providerId="ADAL" clId="{12537E50-C9EA-4147-B56A-811967D6F021}" dt="2026-01-28T17:45:27.160" v="124" actId="1076"/>
          <ac:spMkLst>
            <pc:docMk/>
            <pc:sldMk cId="2736741169" sldId="261"/>
            <ac:spMk id="20" creationId="{243E2BAE-1E75-A004-BA21-B0AB4E3A4AE0}"/>
          </ac:spMkLst>
        </pc:spChg>
        <pc:picChg chg="mod">
          <ac:chgData name="Federico   Leal Quintero" userId="33fa458c-48bb-483d-b6c4-5e33e789b225" providerId="ADAL" clId="{12537E50-C9EA-4147-B56A-811967D6F021}" dt="2026-01-28T17:45:05.031" v="117" actId="1076"/>
          <ac:picMkLst>
            <pc:docMk/>
            <pc:sldMk cId="2736741169" sldId="261"/>
            <ac:picMk id="2" creationId="{22C67A15-1CAD-B68C-2CFB-2164FC533248}"/>
          </ac:picMkLst>
        </pc:picChg>
        <pc:picChg chg="mod">
          <ac:chgData name="Federico   Leal Quintero" userId="33fa458c-48bb-483d-b6c4-5e33e789b225" providerId="ADAL" clId="{12537E50-C9EA-4147-B56A-811967D6F021}" dt="2026-01-28T17:48:41.930" v="217" actId="1076"/>
          <ac:picMkLst>
            <pc:docMk/>
            <pc:sldMk cId="2736741169" sldId="261"/>
            <ac:picMk id="21" creationId="{46BBADC9-B00C-DB6D-ECC2-A330C3A13B21}"/>
          </ac:picMkLst>
        </pc:picChg>
      </pc:sldChg>
      <pc:sldChg chg="addSp delSp modSp mod">
        <pc:chgData name="Federico   Leal Quintero" userId="33fa458c-48bb-483d-b6c4-5e33e789b225" providerId="ADAL" clId="{12537E50-C9EA-4147-B56A-811967D6F021}" dt="2026-01-28T17:49:01.752" v="220" actId="1076"/>
        <pc:sldMkLst>
          <pc:docMk/>
          <pc:sldMk cId="308206779" sldId="262"/>
        </pc:sldMkLst>
        <pc:spChg chg="add del mod">
          <ac:chgData name="Federico   Leal Quintero" userId="33fa458c-48bb-483d-b6c4-5e33e789b225" providerId="ADAL" clId="{12537E50-C9EA-4147-B56A-811967D6F021}" dt="2026-01-28T17:48:59.563" v="219" actId="478"/>
          <ac:spMkLst>
            <pc:docMk/>
            <pc:sldMk cId="308206779" sldId="262"/>
            <ac:spMk id="3" creationId="{3AA87AEB-1E63-1FCC-9DE3-CB2268E285F9}"/>
          </ac:spMkLst>
        </pc:spChg>
        <pc:spChg chg="add del mod">
          <ac:chgData name="Federico   Leal Quintero" userId="33fa458c-48bb-483d-b6c4-5e33e789b225" providerId="ADAL" clId="{12537E50-C9EA-4147-B56A-811967D6F021}" dt="2026-01-28T17:45:56.224" v="129" actId="478"/>
          <ac:spMkLst>
            <pc:docMk/>
            <pc:sldMk cId="308206779" sldId="262"/>
            <ac:spMk id="4" creationId="{2E274D85-63C6-DA65-8F10-3B8B5ABD8FA0}"/>
          </ac:spMkLst>
        </pc:spChg>
        <pc:spChg chg="add del mod">
          <ac:chgData name="Federico   Leal Quintero" userId="33fa458c-48bb-483d-b6c4-5e33e789b225" providerId="ADAL" clId="{12537E50-C9EA-4147-B56A-811967D6F021}" dt="2026-01-28T17:45:54.938" v="128" actId="478"/>
          <ac:spMkLst>
            <pc:docMk/>
            <pc:sldMk cId="308206779" sldId="262"/>
            <ac:spMk id="6" creationId="{4AB9EA17-D20B-4731-D39F-C7B5543652F1}"/>
          </ac:spMkLst>
        </pc:spChg>
        <pc:spChg chg="add del mod">
          <ac:chgData name="Federico   Leal Quintero" userId="33fa458c-48bb-483d-b6c4-5e33e789b225" providerId="ADAL" clId="{12537E50-C9EA-4147-B56A-811967D6F021}" dt="2026-01-28T17:45:52.457" v="127" actId="478"/>
          <ac:spMkLst>
            <pc:docMk/>
            <pc:sldMk cId="308206779" sldId="262"/>
            <ac:spMk id="7" creationId="{4B31F813-B8D2-BCBA-2B2C-748F5FB6758D}"/>
          </ac:spMkLst>
        </pc:spChg>
        <pc:spChg chg="add del mod">
          <ac:chgData name="Federico   Leal Quintero" userId="33fa458c-48bb-483d-b6c4-5e33e789b225" providerId="ADAL" clId="{12537E50-C9EA-4147-B56A-811967D6F021}" dt="2026-01-28T17:45:51.036" v="126" actId="478"/>
          <ac:spMkLst>
            <pc:docMk/>
            <pc:sldMk cId="308206779" sldId="262"/>
            <ac:spMk id="8" creationId="{6A7E2DFF-66CD-F441-987D-EC5F23720195}"/>
          </ac:spMkLst>
        </pc:spChg>
        <pc:spChg chg="add del mod">
          <ac:chgData name="Federico   Leal Quintero" userId="33fa458c-48bb-483d-b6c4-5e33e789b225" providerId="ADAL" clId="{12537E50-C9EA-4147-B56A-811967D6F021}" dt="2026-01-28T17:48:59.563" v="219" actId="478"/>
          <ac:spMkLst>
            <pc:docMk/>
            <pc:sldMk cId="308206779" sldId="262"/>
            <ac:spMk id="9" creationId="{46BB7B62-5808-83A9-A3EE-37DAE429C32D}"/>
          </ac:spMkLst>
        </pc:spChg>
        <pc:spChg chg="add del mod">
          <ac:chgData name="Federico   Leal Quintero" userId="33fa458c-48bb-483d-b6c4-5e33e789b225" providerId="ADAL" clId="{12537E50-C9EA-4147-B56A-811967D6F021}" dt="2026-01-28T17:48:59.563" v="219" actId="478"/>
          <ac:spMkLst>
            <pc:docMk/>
            <pc:sldMk cId="308206779" sldId="262"/>
            <ac:spMk id="10" creationId="{A5A2288E-DA8A-A5A9-02BD-188C1A1D3CF1}"/>
          </ac:spMkLst>
        </pc:spChg>
        <pc:picChg chg="del">
          <ac:chgData name="Federico   Leal Quintero" userId="33fa458c-48bb-483d-b6c4-5e33e789b225" providerId="ADAL" clId="{12537E50-C9EA-4147-B56A-811967D6F021}" dt="2026-01-28T17:48:59.563" v="219" actId="478"/>
          <ac:picMkLst>
            <pc:docMk/>
            <pc:sldMk cId="308206779" sldId="262"/>
            <ac:picMk id="2" creationId="{D6EECA57-6800-5252-58EC-E497D9B14FAE}"/>
          </ac:picMkLst>
        </pc:picChg>
        <pc:picChg chg="mod">
          <ac:chgData name="Federico   Leal Quintero" userId="33fa458c-48bb-483d-b6c4-5e33e789b225" providerId="ADAL" clId="{12537E50-C9EA-4147-B56A-811967D6F021}" dt="2026-01-28T17:49:01.752" v="220" actId="1076"/>
          <ac:picMkLst>
            <pc:docMk/>
            <pc:sldMk cId="308206779" sldId="262"/>
            <ac:picMk id="11" creationId="{874EC0EF-AB54-9585-3B91-B371E078179C}"/>
          </ac:picMkLst>
        </pc:picChg>
      </pc:sldChg>
      <pc:sldChg chg="modSp mod">
        <pc:chgData name="Federico   Leal Quintero" userId="33fa458c-48bb-483d-b6c4-5e33e789b225" providerId="ADAL" clId="{12537E50-C9EA-4147-B56A-811967D6F021}" dt="2026-01-28T17:47:32.862" v="207" actId="20577"/>
        <pc:sldMkLst>
          <pc:docMk/>
          <pc:sldMk cId="1262629953" sldId="263"/>
        </pc:sldMkLst>
        <pc:spChg chg="mod">
          <ac:chgData name="Federico   Leal Quintero" userId="33fa458c-48bb-483d-b6c4-5e33e789b225" providerId="ADAL" clId="{12537E50-C9EA-4147-B56A-811967D6F021}" dt="2026-01-28T17:47:32.862" v="207" actId="20577"/>
          <ac:spMkLst>
            <pc:docMk/>
            <pc:sldMk cId="1262629953" sldId="263"/>
            <ac:spMk id="3" creationId="{90BA10BA-2365-A22E-7852-933168198839}"/>
          </ac:spMkLst>
        </pc:spChg>
      </pc:sldChg>
      <pc:sldChg chg="addSp delSp modSp new mod">
        <pc:chgData name="Federico   Leal Quintero" userId="33fa458c-48bb-483d-b6c4-5e33e789b225" providerId="ADAL" clId="{12537E50-C9EA-4147-B56A-811967D6F021}" dt="2026-01-28T17:58:11.210" v="477" actId="1076"/>
        <pc:sldMkLst>
          <pc:docMk/>
          <pc:sldMk cId="3311734927" sldId="264"/>
        </pc:sldMkLst>
        <pc:spChg chg="add del mod">
          <ac:chgData name="Federico   Leal Quintero" userId="33fa458c-48bb-483d-b6c4-5e33e789b225" providerId="ADAL" clId="{12537E50-C9EA-4147-B56A-811967D6F021}" dt="2026-01-28T17:58:10.065" v="476" actId="478"/>
          <ac:spMkLst>
            <pc:docMk/>
            <pc:sldMk cId="3311734927" sldId="264"/>
            <ac:spMk id="3" creationId="{4D710BA2-A55D-840B-5DD9-0BF9839078B7}"/>
          </ac:spMkLst>
        </pc:spChg>
        <pc:spChg chg="add del mod">
          <ac:chgData name="Federico   Leal Quintero" userId="33fa458c-48bb-483d-b6c4-5e33e789b225" providerId="ADAL" clId="{12537E50-C9EA-4147-B56A-811967D6F021}" dt="2026-01-28T17:57:17.550" v="460" actId="478"/>
          <ac:spMkLst>
            <pc:docMk/>
            <pc:sldMk cId="3311734927" sldId="264"/>
            <ac:spMk id="4" creationId="{0C37B698-9134-C359-C81E-B0AC607C7AD5}"/>
          </ac:spMkLst>
        </pc:spChg>
        <pc:spChg chg="add del mod">
          <ac:chgData name="Federico   Leal Quintero" userId="33fa458c-48bb-483d-b6c4-5e33e789b225" providerId="ADAL" clId="{12537E50-C9EA-4147-B56A-811967D6F021}" dt="2026-01-28T17:58:10.065" v="476" actId="478"/>
          <ac:spMkLst>
            <pc:docMk/>
            <pc:sldMk cId="3311734927" sldId="264"/>
            <ac:spMk id="5" creationId="{22D77184-84DD-CC7A-A558-35A571675A77}"/>
          </ac:spMkLst>
        </pc:spChg>
        <pc:spChg chg="add del mod">
          <ac:chgData name="Federico   Leal Quintero" userId="33fa458c-48bb-483d-b6c4-5e33e789b225" providerId="ADAL" clId="{12537E50-C9EA-4147-B56A-811967D6F021}" dt="2026-01-28T17:57:52.225" v="470" actId="478"/>
          <ac:spMkLst>
            <pc:docMk/>
            <pc:sldMk cId="3311734927" sldId="264"/>
            <ac:spMk id="6" creationId="{6FE27A07-6170-2C1F-0B7B-A9F4185314FB}"/>
          </ac:spMkLst>
        </pc:spChg>
        <pc:spChg chg="add del mod">
          <ac:chgData name="Federico   Leal Quintero" userId="33fa458c-48bb-483d-b6c4-5e33e789b225" providerId="ADAL" clId="{12537E50-C9EA-4147-B56A-811967D6F021}" dt="2026-01-28T17:57:55.364" v="472" actId="478"/>
          <ac:spMkLst>
            <pc:docMk/>
            <pc:sldMk cId="3311734927" sldId="264"/>
            <ac:spMk id="7" creationId="{3738E1C3-B062-B194-E5AB-BB70A8BBCD18}"/>
          </ac:spMkLst>
        </pc:spChg>
        <pc:spChg chg="add del mod">
          <ac:chgData name="Federico   Leal Quintero" userId="33fa458c-48bb-483d-b6c4-5e33e789b225" providerId="ADAL" clId="{12537E50-C9EA-4147-B56A-811967D6F021}" dt="2026-01-28T17:57:54.023" v="471" actId="478"/>
          <ac:spMkLst>
            <pc:docMk/>
            <pc:sldMk cId="3311734927" sldId="264"/>
            <ac:spMk id="8" creationId="{BCC3E149-F685-17F3-A3CF-31E6AAA330FE}"/>
          </ac:spMkLst>
        </pc:spChg>
        <pc:spChg chg="add del mod">
          <ac:chgData name="Federico   Leal Quintero" userId="33fa458c-48bb-483d-b6c4-5e33e789b225" providerId="ADAL" clId="{12537E50-C9EA-4147-B56A-811967D6F021}" dt="2026-01-28T17:57:56.522" v="473" actId="478"/>
          <ac:spMkLst>
            <pc:docMk/>
            <pc:sldMk cId="3311734927" sldId="264"/>
            <ac:spMk id="9" creationId="{9D02E136-E1C6-12B4-100B-D257CDE86DCF}"/>
          </ac:spMkLst>
        </pc:spChg>
        <pc:spChg chg="add del mod">
          <ac:chgData name="Federico   Leal Quintero" userId="33fa458c-48bb-483d-b6c4-5e33e789b225" providerId="ADAL" clId="{12537E50-C9EA-4147-B56A-811967D6F021}" dt="2026-01-28T17:57:57.917" v="474" actId="478"/>
          <ac:spMkLst>
            <pc:docMk/>
            <pc:sldMk cId="3311734927" sldId="264"/>
            <ac:spMk id="10" creationId="{F7BF5733-9432-03B3-2452-E6C59FB81F3A}"/>
          </ac:spMkLst>
        </pc:spChg>
        <pc:spChg chg="add del mod">
          <ac:chgData name="Federico   Leal Quintero" userId="33fa458c-48bb-483d-b6c4-5e33e789b225" providerId="ADAL" clId="{12537E50-C9EA-4147-B56A-811967D6F021}" dt="2026-01-28T17:55:33.067" v="452" actId="478"/>
          <ac:spMkLst>
            <pc:docMk/>
            <pc:sldMk cId="3311734927" sldId="264"/>
            <ac:spMk id="11" creationId="{03CE7F7C-1DF4-E30D-32EB-A8F3E25CDA99}"/>
          </ac:spMkLst>
        </pc:spChg>
        <pc:spChg chg="add del mod">
          <ac:chgData name="Federico   Leal Quintero" userId="33fa458c-48bb-483d-b6c4-5e33e789b225" providerId="ADAL" clId="{12537E50-C9EA-4147-B56A-811967D6F021}" dt="2026-01-28T17:58:10.065" v="476" actId="478"/>
          <ac:spMkLst>
            <pc:docMk/>
            <pc:sldMk cId="3311734927" sldId="264"/>
            <ac:spMk id="14" creationId="{55497E98-64E4-8688-14DB-7DFA288F1E01}"/>
          </ac:spMkLst>
        </pc:spChg>
        <pc:picChg chg="add del mod">
          <ac:chgData name="Federico   Leal Quintero" userId="33fa458c-48bb-483d-b6c4-5e33e789b225" providerId="ADAL" clId="{12537E50-C9EA-4147-B56A-811967D6F021}" dt="2026-01-28T17:56:57.156" v="454" actId="478"/>
          <ac:picMkLst>
            <pc:docMk/>
            <pc:sldMk cId="3311734927" sldId="264"/>
            <ac:picMk id="2" creationId="{B01B0BB0-784C-B83E-3426-9F2115395613}"/>
          </ac:picMkLst>
        </pc:picChg>
        <pc:picChg chg="del">
          <ac:chgData name="Federico   Leal Quintero" userId="33fa458c-48bb-483d-b6c4-5e33e789b225" providerId="ADAL" clId="{12537E50-C9EA-4147-B56A-811967D6F021}" dt="2026-01-28T17:56:55.901" v="453" actId="478"/>
          <ac:picMkLst>
            <pc:docMk/>
            <pc:sldMk cId="3311734927" sldId="264"/>
            <ac:picMk id="12" creationId="{9E490C5B-46BD-1896-286A-55E5A4AEED56}"/>
          </ac:picMkLst>
        </pc:picChg>
        <pc:picChg chg="add del mod ord">
          <ac:chgData name="Federico   Leal Quintero" userId="33fa458c-48bb-483d-b6c4-5e33e789b225" providerId="ADAL" clId="{12537E50-C9EA-4147-B56A-811967D6F021}" dt="2026-01-28T17:58:10.065" v="476" actId="478"/>
          <ac:picMkLst>
            <pc:docMk/>
            <pc:sldMk cId="3311734927" sldId="264"/>
            <ac:picMk id="13" creationId="{12B68DFE-B23A-F70B-5AB4-46A2373EF034}"/>
          </ac:picMkLst>
        </pc:picChg>
        <pc:picChg chg="mod">
          <ac:chgData name="Federico   Leal Quintero" userId="33fa458c-48bb-483d-b6c4-5e33e789b225" providerId="ADAL" clId="{12537E50-C9EA-4147-B56A-811967D6F021}" dt="2026-01-28T17:58:11.210" v="477" actId="1076"/>
          <ac:picMkLst>
            <pc:docMk/>
            <pc:sldMk cId="3311734927" sldId="264"/>
            <ac:picMk id="15" creationId="{E32AE793-658E-AD54-E03B-E7557E5A61F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1155B0-28DA-4792-98BF-55245FE4D81D}" type="datetimeFigureOut">
              <a:rPr lang="en-US" smtClean="0"/>
              <a:t>1/28/2026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F886E3-7E9D-4A33-A11B-4DF19613F9A7}" type="slidenum">
              <a:rPr lang="en-US" smtClean="0"/>
              <a:t>‹#›</a:t>
            </a:fld>
            <a:endParaRPr lang="en-US"/>
          </a:p>
        </p:txBody>
      </p:sp>
    </p:spTree>
    <p:extLst>
      <p:ext uri="{BB962C8B-B14F-4D97-AF65-F5344CB8AC3E}">
        <p14:creationId xmlns:p14="http://schemas.microsoft.com/office/powerpoint/2010/main" val="3597274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t>Note: Grey boxes </a:t>
            </a:r>
            <a:r>
              <a:rPr lang="es-CO" dirty="0" err="1"/>
              <a:t>have</a:t>
            </a:r>
            <a:r>
              <a:rPr lang="es-CO" dirty="0"/>
              <a:t> </a:t>
            </a:r>
            <a:r>
              <a:rPr lang="es-CO" dirty="0" err="1"/>
              <a:t>been</a:t>
            </a:r>
            <a:r>
              <a:rPr lang="es-CO" dirty="0"/>
              <a:t> </a:t>
            </a:r>
            <a:r>
              <a:rPr lang="es-CO" dirty="0" err="1"/>
              <a:t>added</a:t>
            </a:r>
            <a:r>
              <a:rPr lang="es-CO" dirty="0"/>
              <a:t> and </a:t>
            </a:r>
            <a:r>
              <a:rPr lang="es-CO" dirty="0" err="1"/>
              <a:t>some</a:t>
            </a:r>
            <a:r>
              <a:rPr lang="es-CO" dirty="0"/>
              <a:t> </a:t>
            </a:r>
            <a:r>
              <a:rPr lang="es-CO" dirty="0" err="1"/>
              <a:t>text</a:t>
            </a:r>
            <a:r>
              <a:rPr lang="es-CO" dirty="0"/>
              <a:t> has </a:t>
            </a:r>
            <a:r>
              <a:rPr lang="es-CO" dirty="0" err="1"/>
              <a:t>been</a:t>
            </a:r>
            <a:r>
              <a:rPr lang="es-CO" dirty="0"/>
              <a:t> </a:t>
            </a:r>
            <a:r>
              <a:rPr lang="es-CO" dirty="0" err="1"/>
              <a:t>modified</a:t>
            </a:r>
            <a:r>
              <a:rPr lang="es-CO" dirty="0"/>
              <a:t> </a:t>
            </a:r>
            <a:r>
              <a:rPr lang="es-CO" dirty="0" err="1"/>
              <a:t>for</a:t>
            </a:r>
            <a:r>
              <a:rPr lang="es-CO" dirty="0"/>
              <a:t> </a:t>
            </a:r>
            <a:r>
              <a:rPr lang="es-CO" dirty="0" err="1"/>
              <a:t>privacy</a:t>
            </a:r>
            <a:r>
              <a:rPr lang="es-CO" dirty="0"/>
              <a:t> </a:t>
            </a:r>
            <a:r>
              <a:rPr lang="es-CO" dirty="0" err="1"/>
              <a:t>reasons</a:t>
            </a:r>
            <a:endParaRPr lang="en-US" dirty="0"/>
          </a:p>
          <a:p>
            <a:endParaRPr lang="en-US" dirty="0"/>
          </a:p>
        </p:txBody>
      </p:sp>
      <p:sp>
        <p:nvSpPr>
          <p:cNvPr id="4" name="Slide Number Placeholder 3"/>
          <p:cNvSpPr>
            <a:spLocks noGrp="1"/>
          </p:cNvSpPr>
          <p:nvPr>
            <p:ph type="sldNum" sz="quarter" idx="5"/>
          </p:nvPr>
        </p:nvSpPr>
        <p:spPr/>
        <p:txBody>
          <a:bodyPr/>
          <a:lstStyle/>
          <a:p>
            <a:fld id="{CFF886E3-7E9D-4A33-A11B-4DF19613F9A7}" type="slidenum">
              <a:rPr lang="en-US" smtClean="0"/>
              <a:t>1</a:t>
            </a:fld>
            <a:endParaRPr lang="en-US"/>
          </a:p>
        </p:txBody>
      </p:sp>
    </p:spTree>
    <p:extLst>
      <p:ext uri="{BB962C8B-B14F-4D97-AF65-F5344CB8AC3E}">
        <p14:creationId xmlns:p14="http://schemas.microsoft.com/office/powerpoint/2010/main" val="2939118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t>Note: Grey boxes </a:t>
            </a:r>
            <a:r>
              <a:rPr lang="es-CO" dirty="0" err="1"/>
              <a:t>have</a:t>
            </a:r>
            <a:r>
              <a:rPr lang="es-CO" dirty="0"/>
              <a:t> </a:t>
            </a:r>
            <a:r>
              <a:rPr lang="es-CO" dirty="0" err="1"/>
              <a:t>been</a:t>
            </a:r>
            <a:r>
              <a:rPr lang="es-CO" dirty="0"/>
              <a:t> </a:t>
            </a:r>
            <a:r>
              <a:rPr lang="es-CO" dirty="0" err="1"/>
              <a:t>added</a:t>
            </a:r>
            <a:r>
              <a:rPr lang="es-CO" dirty="0"/>
              <a:t> and </a:t>
            </a:r>
            <a:r>
              <a:rPr lang="es-CO" dirty="0" err="1"/>
              <a:t>some</a:t>
            </a:r>
            <a:r>
              <a:rPr lang="es-CO" dirty="0"/>
              <a:t> </a:t>
            </a:r>
            <a:r>
              <a:rPr lang="es-CO" dirty="0" err="1"/>
              <a:t>text</a:t>
            </a:r>
            <a:r>
              <a:rPr lang="es-CO" dirty="0"/>
              <a:t> has </a:t>
            </a:r>
            <a:r>
              <a:rPr lang="es-CO" dirty="0" err="1"/>
              <a:t>been</a:t>
            </a:r>
            <a:r>
              <a:rPr lang="es-CO" dirty="0"/>
              <a:t> </a:t>
            </a:r>
            <a:r>
              <a:rPr lang="es-CO" dirty="0" err="1"/>
              <a:t>modified</a:t>
            </a:r>
            <a:r>
              <a:rPr lang="es-CO" dirty="0"/>
              <a:t> </a:t>
            </a:r>
            <a:r>
              <a:rPr lang="es-CO" dirty="0" err="1"/>
              <a:t>for</a:t>
            </a:r>
            <a:r>
              <a:rPr lang="es-CO" dirty="0"/>
              <a:t> </a:t>
            </a:r>
            <a:r>
              <a:rPr lang="es-CO" dirty="0" err="1"/>
              <a:t>privacy</a:t>
            </a:r>
            <a:r>
              <a:rPr lang="es-CO" dirty="0"/>
              <a:t> </a:t>
            </a:r>
            <a:r>
              <a:rPr lang="es-CO" dirty="0" err="1"/>
              <a:t>reasons</a:t>
            </a:r>
            <a:endParaRPr lang="en-US" dirty="0"/>
          </a:p>
          <a:p>
            <a:endParaRPr lang="en-US" dirty="0"/>
          </a:p>
        </p:txBody>
      </p:sp>
      <p:sp>
        <p:nvSpPr>
          <p:cNvPr id="4" name="Slide Number Placeholder 3"/>
          <p:cNvSpPr>
            <a:spLocks noGrp="1"/>
          </p:cNvSpPr>
          <p:nvPr>
            <p:ph type="sldNum" sz="quarter" idx="5"/>
          </p:nvPr>
        </p:nvSpPr>
        <p:spPr/>
        <p:txBody>
          <a:bodyPr/>
          <a:lstStyle/>
          <a:p>
            <a:fld id="{CFF886E3-7E9D-4A33-A11B-4DF19613F9A7}" type="slidenum">
              <a:rPr lang="en-US" smtClean="0"/>
              <a:t>2</a:t>
            </a:fld>
            <a:endParaRPr lang="en-US"/>
          </a:p>
        </p:txBody>
      </p:sp>
    </p:spTree>
    <p:extLst>
      <p:ext uri="{BB962C8B-B14F-4D97-AF65-F5344CB8AC3E}">
        <p14:creationId xmlns:p14="http://schemas.microsoft.com/office/powerpoint/2010/main" val="782659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t>Note: Grey boxes </a:t>
            </a:r>
            <a:r>
              <a:rPr lang="es-CO" dirty="0" err="1"/>
              <a:t>have</a:t>
            </a:r>
            <a:r>
              <a:rPr lang="es-CO" dirty="0"/>
              <a:t> </a:t>
            </a:r>
            <a:r>
              <a:rPr lang="es-CO" dirty="0" err="1"/>
              <a:t>been</a:t>
            </a:r>
            <a:r>
              <a:rPr lang="es-CO" dirty="0"/>
              <a:t> </a:t>
            </a:r>
            <a:r>
              <a:rPr lang="es-CO" dirty="0" err="1"/>
              <a:t>added</a:t>
            </a:r>
            <a:r>
              <a:rPr lang="es-CO" dirty="0"/>
              <a:t> and </a:t>
            </a:r>
            <a:r>
              <a:rPr lang="es-CO" dirty="0" err="1"/>
              <a:t>some</a:t>
            </a:r>
            <a:r>
              <a:rPr lang="es-CO" dirty="0"/>
              <a:t> </a:t>
            </a:r>
            <a:r>
              <a:rPr lang="es-CO" dirty="0" err="1"/>
              <a:t>text</a:t>
            </a:r>
            <a:r>
              <a:rPr lang="es-CO" dirty="0"/>
              <a:t> has </a:t>
            </a:r>
            <a:r>
              <a:rPr lang="es-CO" dirty="0" err="1"/>
              <a:t>been</a:t>
            </a:r>
            <a:r>
              <a:rPr lang="es-CO" dirty="0"/>
              <a:t> </a:t>
            </a:r>
            <a:r>
              <a:rPr lang="es-CO" dirty="0" err="1"/>
              <a:t>modified</a:t>
            </a:r>
            <a:r>
              <a:rPr lang="es-CO" dirty="0"/>
              <a:t> </a:t>
            </a:r>
            <a:r>
              <a:rPr lang="es-CO" dirty="0" err="1"/>
              <a:t>for</a:t>
            </a:r>
            <a:r>
              <a:rPr lang="es-CO" dirty="0"/>
              <a:t> </a:t>
            </a:r>
            <a:r>
              <a:rPr lang="es-CO" dirty="0" err="1"/>
              <a:t>privacy</a:t>
            </a:r>
            <a:r>
              <a:rPr lang="es-CO" dirty="0"/>
              <a:t> </a:t>
            </a:r>
            <a:r>
              <a:rPr lang="es-CO" dirty="0" err="1"/>
              <a:t>reasons</a:t>
            </a:r>
            <a:endParaRPr lang="en-US" dirty="0"/>
          </a:p>
          <a:p>
            <a:endParaRPr lang="en-US" dirty="0"/>
          </a:p>
        </p:txBody>
      </p:sp>
      <p:sp>
        <p:nvSpPr>
          <p:cNvPr id="4" name="Slide Number Placeholder 3"/>
          <p:cNvSpPr>
            <a:spLocks noGrp="1"/>
          </p:cNvSpPr>
          <p:nvPr>
            <p:ph type="sldNum" sz="quarter" idx="5"/>
          </p:nvPr>
        </p:nvSpPr>
        <p:spPr/>
        <p:txBody>
          <a:bodyPr/>
          <a:lstStyle/>
          <a:p>
            <a:fld id="{CFF886E3-7E9D-4A33-A11B-4DF19613F9A7}" type="slidenum">
              <a:rPr lang="en-US" smtClean="0"/>
              <a:t>3</a:t>
            </a:fld>
            <a:endParaRPr lang="en-US"/>
          </a:p>
        </p:txBody>
      </p:sp>
    </p:spTree>
    <p:extLst>
      <p:ext uri="{BB962C8B-B14F-4D97-AF65-F5344CB8AC3E}">
        <p14:creationId xmlns:p14="http://schemas.microsoft.com/office/powerpoint/2010/main" val="236682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t>Note: Grey boxes </a:t>
            </a:r>
            <a:r>
              <a:rPr lang="es-CO" dirty="0" err="1"/>
              <a:t>have</a:t>
            </a:r>
            <a:r>
              <a:rPr lang="es-CO" dirty="0"/>
              <a:t> </a:t>
            </a:r>
            <a:r>
              <a:rPr lang="es-CO" dirty="0" err="1"/>
              <a:t>been</a:t>
            </a:r>
            <a:r>
              <a:rPr lang="es-CO" dirty="0"/>
              <a:t> </a:t>
            </a:r>
            <a:r>
              <a:rPr lang="es-CO" dirty="0" err="1"/>
              <a:t>added</a:t>
            </a:r>
            <a:r>
              <a:rPr lang="es-CO" dirty="0"/>
              <a:t> and </a:t>
            </a:r>
            <a:r>
              <a:rPr lang="es-CO" dirty="0" err="1"/>
              <a:t>some</a:t>
            </a:r>
            <a:r>
              <a:rPr lang="es-CO" dirty="0"/>
              <a:t> </a:t>
            </a:r>
            <a:r>
              <a:rPr lang="es-CO" dirty="0" err="1"/>
              <a:t>text</a:t>
            </a:r>
            <a:r>
              <a:rPr lang="es-CO" dirty="0"/>
              <a:t> has </a:t>
            </a:r>
            <a:r>
              <a:rPr lang="es-CO" dirty="0" err="1"/>
              <a:t>been</a:t>
            </a:r>
            <a:r>
              <a:rPr lang="es-CO" dirty="0"/>
              <a:t> </a:t>
            </a:r>
            <a:r>
              <a:rPr lang="es-CO" dirty="0" err="1"/>
              <a:t>modified</a:t>
            </a:r>
            <a:r>
              <a:rPr lang="es-CO" dirty="0"/>
              <a:t> </a:t>
            </a:r>
            <a:r>
              <a:rPr lang="es-CO" dirty="0" err="1"/>
              <a:t>for</a:t>
            </a:r>
            <a:r>
              <a:rPr lang="es-CO" dirty="0"/>
              <a:t> </a:t>
            </a:r>
            <a:r>
              <a:rPr lang="es-CO" dirty="0" err="1"/>
              <a:t>privacy</a:t>
            </a:r>
            <a:r>
              <a:rPr lang="es-CO" dirty="0"/>
              <a:t> </a:t>
            </a:r>
            <a:r>
              <a:rPr lang="es-CO" dirty="0" err="1"/>
              <a:t>reasons</a:t>
            </a:r>
            <a:endParaRPr lang="en-US" dirty="0"/>
          </a:p>
          <a:p>
            <a:endParaRPr lang="en-US" dirty="0"/>
          </a:p>
        </p:txBody>
      </p:sp>
      <p:sp>
        <p:nvSpPr>
          <p:cNvPr id="4" name="Slide Number Placeholder 3"/>
          <p:cNvSpPr>
            <a:spLocks noGrp="1"/>
          </p:cNvSpPr>
          <p:nvPr>
            <p:ph type="sldNum" sz="quarter" idx="5"/>
          </p:nvPr>
        </p:nvSpPr>
        <p:spPr/>
        <p:txBody>
          <a:bodyPr/>
          <a:lstStyle/>
          <a:p>
            <a:fld id="{CFF886E3-7E9D-4A33-A11B-4DF19613F9A7}" type="slidenum">
              <a:rPr lang="en-US" smtClean="0"/>
              <a:t>4</a:t>
            </a:fld>
            <a:endParaRPr lang="en-US"/>
          </a:p>
        </p:txBody>
      </p:sp>
    </p:spTree>
    <p:extLst>
      <p:ext uri="{BB962C8B-B14F-4D97-AF65-F5344CB8AC3E}">
        <p14:creationId xmlns:p14="http://schemas.microsoft.com/office/powerpoint/2010/main" val="2421664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t>Note: Grey boxes </a:t>
            </a:r>
            <a:r>
              <a:rPr lang="es-CO" dirty="0" err="1"/>
              <a:t>have</a:t>
            </a:r>
            <a:r>
              <a:rPr lang="es-CO" dirty="0"/>
              <a:t> </a:t>
            </a:r>
            <a:r>
              <a:rPr lang="es-CO" dirty="0" err="1"/>
              <a:t>been</a:t>
            </a:r>
            <a:r>
              <a:rPr lang="es-CO" dirty="0"/>
              <a:t> </a:t>
            </a:r>
            <a:r>
              <a:rPr lang="es-CO" dirty="0" err="1"/>
              <a:t>added</a:t>
            </a:r>
            <a:r>
              <a:rPr lang="es-CO" dirty="0"/>
              <a:t> and </a:t>
            </a:r>
            <a:r>
              <a:rPr lang="es-CO" dirty="0" err="1"/>
              <a:t>some</a:t>
            </a:r>
            <a:r>
              <a:rPr lang="es-CO" dirty="0"/>
              <a:t> </a:t>
            </a:r>
            <a:r>
              <a:rPr lang="es-CO" dirty="0" err="1"/>
              <a:t>text</a:t>
            </a:r>
            <a:r>
              <a:rPr lang="es-CO" dirty="0"/>
              <a:t> has </a:t>
            </a:r>
            <a:r>
              <a:rPr lang="es-CO" dirty="0" err="1"/>
              <a:t>been</a:t>
            </a:r>
            <a:r>
              <a:rPr lang="es-CO" dirty="0"/>
              <a:t> </a:t>
            </a:r>
            <a:r>
              <a:rPr lang="es-CO" dirty="0" err="1"/>
              <a:t>modified</a:t>
            </a:r>
            <a:r>
              <a:rPr lang="es-CO" dirty="0"/>
              <a:t> </a:t>
            </a:r>
            <a:r>
              <a:rPr lang="es-CO" dirty="0" err="1"/>
              <a:t>for</a:t>
            </a:r>
            <a:r>
              <a:rPr lang="es-CO" dirty="0"/>
              <a:t> </a:t>
            </a:r>
            <a:r>
              <a:rPr lang="es-CO" dirty="0" err="1"/>
              <a:t>privacy</a:t>
            </a:r>
            <a:r>
              <a:rPr lang="es-CO" dirty="0"/>
              <a:t> </a:t>
            </a:r>
            <a:r>
              <a:rPr lang="es-CO" dirty="0" err="1"/>
              <a:t>reasons</a:t>
            </a:r>
            <a:endParaRPr lang="en-US" dirty="0"/>
          </a:p>
          <a:p>
            <a:endParaRPr lang="en-US" dirty="0"/>
          </a:p>
        </p:txBody>
      </p:sp>
      <p:sp>
        <p:nvSpPr>
          <p:cNvPr id="4" name="Slide Number Placeholder 3"/>
          <p:cNvSpPr>
            <a:spLocks noGrp="1"/>
          </p:cNvSpPr>
          <p:nvPr>
            <p:ph type="sldNum" sz="quarter" idx="5"/>
          </p:nvPr>
        </p:nvSpPr>
        <p:spPr/>
        <p:txBody>
          <a:bodyPr/>
          <a:lstStyle/>
          <a:p>
            <a:fld id="{CFF886E3-7E9D-4A33-A11B-4DF19613F9A7}" type="slidenum">
              <a:rPr lang="en-US" smtClean="0"/>
              <a:t>5</a:t>
            </a:fld>
            <a:endParaRPr lang="en-US"/>
          </a:p>
        </p:txBody>
      </p:sp>
    </p:spTree>
    <p:extLst>
      <p:ext uri="{BB962C8B-B14F-4D97-AF65-F5344CB8AC3E}">
        <p14:creationId xmlns:p14="http://schemas.microsoft.com/office/powerpoint/2010/main" val="560028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t>Note: Grey boxes </a:t>
            </a:r>
            <a:r>
              <a:rPr lang="es-CO" dirty="0" err="1"/>
              <a:t>have</a:t>
            </a:r>
            <a:r>
              <a:rPr lang="es-CO" dirty="0"/>
              <a:t> </a:t>
            </a:r>
            <a:r>
              <a:rPr lang="es-CO" dirty="0" err="1"/>
              <a:t>been</a:t>
            </a:r>
            <a:r>
              <a:rPr lang="es-CO" dirty="0"/>
              <a:t> </a:t>
            </a:r>
            <a:r>
              <a:rPr lang="es-CO" dirty="0" err="1"/>
              <a:t>added</a:t>
            </a:r>
            <a:r>
              <a:rPr lang="es-CO" dirty="0"/>
              <a:t> and </a:t>
            </a:r>
            <a:r>
              <a:rPr lang="es-CO" dirty="0" err="1"/>
              <a:t>some</a:t>
            </a:r>
            <a:r>
              <a:rPr lang="es-CO" dirty="0"/>
              <a:t> </a:t>
            </a:r>
            <a:r>
              <a:rPr lang="es-CO" dirty="0" err="1"/>
              <a:t>text</a:t>
            </a:r>
            <a:r>
              <a:rPr lang="es-CO" dirty="0"/>
              <a:t> has </a:t>
            </a:r>
            <a:r>
              <a:rPr lang="es-CO" dirty="0" err="1"/>
              <a:t>been</a:t>
            </a:r>
            <a:r>
              <a:rPr lang="es-CO" dirty="0"/>
              <a:t> </a:t>
            </a:r>
            <a:r>
              <a:rPr lang="es-CO" dirty="0" err="1"/>
              <a:t>modified</a:t>
            </a:r>
            <a:r>
              <a:rPr lang="es-CO" dirty="0"/>
              <a:t> </a:t>
            </a:r>
            <a:r>
              <a:rPr lang="es-CO" dirty="0" err="1"/>
              <a:t>for</a:t>
            </a:r>
            <a:r>
              <a:rPr lang="es-CO" dirty="0"/>
              <a:t> </a:t>
            </a:r>
            <a:r>
              <a:rPr lang="es-CO" dirty="0" err="1"/>
              <a:t>privacy</a:t>
            </a:r>
            <a:r>
              <a:rPr lang="es-CO" dirty="0"/>
              <a:t> </a:t>
            </a:r>
            <a:r>
              <a:rPr lang="es-CO" dirty="0" err="1"/>
              <a:t>reasons</a:t>
            </a:r>
            <a:endParaRPr lang="en-US" dirty="0"/>
          </a:p>
          <a:p>
            <a:endParaRPr lang="en-US" dirty="0"/>
          </a:p>
        </p:txBody>
      </p:sp>
      <p:sp>
        <p:nvSpPr>
          <p:cNvPr id="4" name="Slide Number Placeholder 3"/>
          <p:cNvSpPr>
            <a:spLocks noGrp="1"/>
          </p:cNvSpPr>
          <p:nvPr>
            <p:ph type="sldNum" sz="quarter" idx="5"/>
          </p:nvPr>
        </p:nvSpPr>
        <p:spPr/>
        <p:txBody>
          <a:bodyPr/>
          <a:lstStyle/>
          <a:p>
            <a:fld id="{CFF886E3-7E9D-4A33-A11B-4DF19613F9A7}" type="slidenum">
              <a:rPr lang="en-US" smtClean="0"/>
              <a:t>6</a:t>
            </a:fld>
            <a:endParaRPr lang="en-US"/>
          </a:p>
        </p:txBody>
      </p:sp>
    </p:spTree>
    <p:extLst>
      <p:ext uri="{BB962C8B-B14F-4D97-AF65-F5344CB8AC3E}">
        <p14:creationId xmlns:p14="http://schemas.microsoft.com/office/powerpoint/2010/main" val="1326417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t>Note: Grey boxes </a:t>
            </a:r>
            <a:r>
              <a:rPr lang="es-CO" dirty="0" err="1"/>
              <a:t>have</a:t>
            </a:r>
            <a:r>
              <a:rPr lang="es-CO" dirty="0"/>
              <a:t> </a:t>
            </a:r>
            <a:r>
              <a:rPr lang="es-CO" dirty="0" err="1"/>
              <a:t>been</a:t>
            </a:r>
            <a:r>
              <a:rPr lang="es-CO" dirty="0"/>
              <a:t> </a:t>
            </a:r>
            <a:r>
              <a:rPr lang="es-CO" dirty="0" err="1"/>
              <a:t>added</a:t>
            </a:r>
            <a:r>
              <a:rPr lang="es-CO" dirty="0"/>
              <a:t> and </a:t>
            </a:r>
            <a:r>
              <a:rPr lang="es-CO" dirty="0" err="1"/>
              <a:t>some</a:t>
            </a:r>
            <a:r>
              <a:rPr lang="es-CO" dirty="0"/>
              <a:t> </a:t>
            </a:r>
            <a:r>
              <a:rPr lang="es-CO" dirty="0" err="1"/>
              <a:t>text</a:t>
            </a:r>
            <a:r>
              <a:rPr lang="es-CO" dirty="0"/>
              <a:t> has </a:t>
            </a:r>
            <a:r>
              <a:rPr lang="es-CO" dirty="0" err="1"/>
              <a:t>been</a:t>
            </a:r>
            <a:r>
              <a:rPr lang="es-CO" dirty="0"/>
              <a:t> </a:t>
            </a:r>
            <a:r>
              <a:rPr lang="es-CO" dirty="0" err="1"/>
              <a:t>modified</a:t>
            </a:r>
            <a:r>
              <a:rPr lang="es-CO" dirty="0"/>
              <a:t> </a:t>
            </a:r>
            <a:r>
              <a:rPr lang="es-CO" dirty="0" err="1"/>
              <a:t>for</a:t>
            </a:r>
            <a:r>
              <a:rPr lang="es-CO" dirty="0"/>
              <a:t> </a:t>
            </a:r>
            <a:r>
              <a:rPr lang="es-CO" dirty="0" err="1"/>
              <a:t>privacy</a:t>
            </a:r>
            <a:r>
              <a:rPr lang="es-CO" dirty="0"/>
              <a:t> </a:t>
            </a:r>
            <a:r>
              <a:rPr lang="es-CO" dirty="0" err="1"/>
              <a:t>reasons</a:t>
            </a:r>
            <a:endParaRPr lang="en-US"/>
          </a:p>
          <a:p>
            <a:endParaRPr lang="en-US"/>
          </a:p>
        </p:txBody>
      </p:sp>
      <p:sp>
        <p:nvSpPr>
          <p:cNvPr id="4" name="Slide Number Placeholder 3"/>
          <p:cNvSpPr>
            <a:spLocks noGrp="1"/>
          </p:cNvSpPr>
          <p:nvPr>
            <p:ph type="sldNum" sz="quarter" idx="5"/>
          </p:nvPr>
        </p:nvSpPr>
        <p:spPr/>
        <p:txBody>
          <a:bodyPr/>
          <a:lstStyle/>
          <a:p>
            <a:fld id="{CFF886E3-7E9D-4A33-A11B-4DF19613F9A7}" type="slidenum">
              <a:rPr lang="en-US" smtClean="0"/>
              <a:t>7</a:t>
            </a:fld>
            <a:endParaRPr lang="en-US"/>
          </a:p>
        </p:txBody>
      </p:sp>
    </p:spTree>
    <p:extLst>
      <p:ext uri="{BB962C8B-B14F-4D97-AF65-F5344CB8AC3E}">
        <p14:creationId xmlns:p14="http://schemas.microsoft.com/office/powerpoint/2010/main" val="2547366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78170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630584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506745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1/28/2026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129425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1/28/2026</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65125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1/28/2026</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4082979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617832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1/28/2026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846203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p>
        </p:txBody>
      </p:sp>
      <p:sp>
        <p:nvSpPr>
          <p:cNvPr id="3" name="Picture Placeholder 2"/>
          <p:cNvSpPr>
            <a:spLocks noGrp="1" noChangeAspect="1"/>
          </p:cNvSpPr>
          <p:nvPr>
            <p:ph type="pic" idx="1"/>
          </p:nvPr>
        </p:nvSpPr>
        <p:spPr>
          <a:xfrm>
            <a:off x="3570644" y="767419"/>
            <a:ext cx="8115230" cy="5330952"/>
          </a:xfrm>
          <a:solidFill>
            <a:schemeClr val="bg1">
              <a:lumMod val="50000"/>
              <a:lumOff val="5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1/28/2026</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610645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445200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847582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p>
        </p:txBody>
      </p:sp>
      <p:sp>
        <p:nvSpPr>
          <p:cNvPr id="38" name="Rectangle 37"/>
          <p:cNvSpPr/>
          <p:nvPr/>
        </p:nvSpPr>
        <p:spPr>
          <a:xfrm>
            <a:off x="11815864" y="758952"/>
            <a:ext cx="384048" cy="5330952"/>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bg2">
                    <a:lumMod val="40000"/>
                    <a:lumOff val="60000"/>
                  </a:schemeClr>
                </a:solidFill>
              </a:defRPr>
            </a:lvl1pPr>
          </a:lstStyle>
          <a:p>
            <a:fld id="{5586B75A-687E-405C-8A0B-8D00578BA2C3}" type="datetimeFigureOut">
              <a:rPr lang="en-US" dirty="0"/>
              <a:pPr/>
              <a:t>1/28/2026</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bg2">
                    <a:lumMod val="40000"/>
                    <a:lumOff val="6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1846329393"/>
      </p:ext>
    </p:extLst>
  </p:cSld>
  <p:clrMap bg1="dk1" tx1="lt1" bg2="dk2"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tabLst>
          <a:tab pos="1143000" algn="l"/>
        </a:tabLst>
        <a:defRPr sz="2000" kern="1200">
          <a:solidFill>
            <a:schemeClr val="bg2">
              <a:lumMod val="20000"/>
              <a:lumOff val="80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800" kern="1200">
          <a:solidFill>
            <a:schemeClr val="bg2">
              <a:lumMod val="20000"/>
              <a:lumOff val="80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600" kern="1200">
          <a:solidFill>
            <a:schemeClr val="bg2">
              <a:lumMod val="20000"/>
              <a:lumOff val="80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tabLst>
          <a:tab pos="1143000" algn="l"/>
        </a:tabLst>
        <a:defRPr sz="1400" kern="1200">
          <a:solidFill>
            <a:schemeClr val="bg2">
              <a:lumMod val="20000"/>
              <a:lumOff val="80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figma.com/file/Xkk9eD21bMwlvWvyWtExih/MCAPS-Academy-Prototype?node-795"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1">
            <a:extLst>
              <a:ext uri="{FF2B5EF4-FFF2-40B4-BE49-F238E27FC236}">
                <a16:creationId xmlns:a16="http://schemas.microsoft.com/office/drawing/2014/main" id="{BC512124-0D13-4ED9-80B7-52AE15B6B4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3">
            <a:extLst>
              <a:ext uri="{FF2B5EF4-FFF2-40B4-BE49-F238E27FC236}">
                <a16:creationId xmlns:a16="http://schemas.microsoft.com/office/drawing/2014/main" id="{F051348D-7391-EC6D-B1E9-E0E53C151319}"/>
              </a:ext>
            </a:extLst>
          </p:cNvPr>
          <p:cNvPicPr>
            <a:picLocks noChangeAspect="1"/>
          </p:cNvPicPr>
          <p:nvPr/>
        </p:nvPicPr>
        <p:blipFill rotWithShape="1">
          <a:blip r:embed="rId3">
            <a:alphaModFix amt="35000"/>
          </a:blip>
          <a:srcRect t="13958" b="2087"/>
          <a:stretch/>
        </p:blipFill>
        <p:spPr>
          <a:xfrm>
            <a:off x="20" y="10"/>
            <a:ext cx="12191980" cy="6857990"/>
          </a:xfrm>
          <a:prstGeom prst="rect">
            <a:avLst/>
          </a:prstGeom>
        </p:spPr>
      </p:pic>
      <p:sp>
        <p:nvSpPr>
          <p:cNvPr id="2" name="Title 1"/>
          <p:cNvSpPr>
            <a:spLocks noGrp="1"/>
          </p:cNvSpPr>
          <p:nvPr>
            <p:ph type="ctrTitle"/>
          </p:nvPr>
        </p:nvSpPr>
        <p:spPr>
          <a:xfrm>
            <a:off x="1069848" y="1298448"/>
            <a:ext cx="7315200" cy="3255264"/>
          </a:xfrm>
        </p:spPr>
        <p:txBody>
          <a:bodyPr>
            <a:normAutofit/>
          </a:bodyPr>
          <a:lstStyle/>
          <a:p>
            <a:r>
              <a:rPr lang="en-US" dirty="0">
                <a:solidFill>
                  <a:schemeClr val="tx1"/>
                </a:solidFill>
                <a:latin typeface="Segoe UI"/>
                <a:cs typeface="Calibri Light"/>
              </a:rPr>
              <a:t>Onboarding App</a:t>
            </a:r>
          </a:p>
        </p:txBody>
      </p:sp>
      <p:sp>
        <p:nvSpPr>
          <p:cNvPr id="3" name="Subtitle 2"/>
          <p:cNvSpPr>
            <a:spLocks noGrp="1"/>
          </p:cNvSpPr>
          <p:nvPr>
            <p:ph type="subTitle" idx="1"/>
          </p:nvPr>
        </p:nvSpPr>
        <p:spPr>
          <a:xfrm>
            <a:off x="1066594" y="5900141"/>
            <a:ext cx="7315200" cy="526716"/>
          </a:xfrm>
        </p:spPr>
        <p:txBody>
          <a:bodyPr>
            <a:normAutofit/>
          </a:bodyPr>
          <a:lstStyle/>
          <a:p>
            <a:r>
              <a:rPr lang="en-US">
                <a:solidFill>
                  <a:schemeClr val="tx1"/>
                </a:solidFill>
                <a:latin typeface="Segoe UI"/>
                <a:cs typeface="Segoe UI"/>
              </a:rPr>
              <a:t>Updated: June 9, 2022</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86555E-6518-A45B-2BEA-60E11B6017BD}"/>
              </a:ext>
            </a:extLst>
          </p:cNvPr>
          <p:cNvSpPr txBox="1"/>
          <p:nvPr/>
        </p:nvSpPr>
        <p:spPr>
          <a:xfrm>
            <a:off x="633663" y="499979"/>
            <a:ext cx="106171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solidFill>
                  <a:schemeClr val="bg1"/>
                </a:solidFill>
                <a:latin typeface="Segoe UI"/>
                <a:ea typeface="+mn-lt"/>
                <a:cs typeface="+mn-lt"/>
              </a:rPr>
              <a:t>Summary</a:t>
            </a:r>
            <a:endParaRPr lang="en-US" sz="3200">
              <a:solidFill>
                <a:schemeClr val="bg1"/>
              </a:solidFill>
              <a:latin typeface="Segoe UI"/>
              <a:cs typeface="Segoe UI"/>
            </a:endParaRPr>
          </a:p>
        </p:txBody>
      </p:sp>
      <p:sp>
        <p:nvSpPr>
          <p:cNvPr id="3" name="TextBox 2">
            <a:extLst>
              <a:ext uri="{FF2B5EF4-FFF2-40B4-BE49-F238E27FC236}">
                <a16:creationId xmlns:a16="http://schemas.microsoft.com/office/drawing/2014/main" id="{90BA10BA-2365-A22E-7852-933168198839}"/>
              </a:ext>
            </a:extLst>
          </p:cNvPr>
          <p:cNvSpPr txBox="1"/>
          <p:nvPr/>
        </p:nvSpPr>
        <p:spPr>
          <a:xfrm>
            <a:off x="633663" y="1442452"/>
            <a:ext cx="1061719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solidFill>
                  <a:schemeClr val="bg1"/>
                </a:solidFill>
                <a:latin typeface="Segoe UI"/>
                <a:cs typeface="Segoe UI"/>
              </a:rPr>
              <a:t>This deck includes updated mockups for the UX and Power App team. We are currently working to finalize all mockups included in this deck by early June for Power App implementation.</a:t>
            </a:r>
          </a:p>
          <a:p>
            <a:pPr marL="285750" indent="-285750">
              <a:buFont typeface="Arial"/>
              <a:buChar char="•"/>
            </a:pPr>
            <a:endParaRPr lang="en-US" dirty="0">
              <a:solidFill>
                <a:schemeClr val="bg1"/>
              </a:solidFill>
              <a:latin typeface="Segoe UI"/>
              <a:cs typeface="Segoe UI"/>
            </a:endParaRPr>
          </a:p>
          <a:p>
            <a:pPr marL="285750" indent="-285750">
              <a:buFont typeface="Arial"/>
              <a:buChar char="•"/>
            </a:pPr>
            <a:r>
              <a:rPr lang="en-US" dirty="0">
                <a:solidFill>
                  <a:schemeClr val="bg1"/>
                </a:solidFill>
                <a:latin typeface="Segoe UI"/>
                <a:cs typeface="Segoe UI"/>
              </a:rPr>
              <a:t>Link to Figma mockups: </a:t>
            </a:r>
            <a:r>
              <a:rPr lang="en-US" dirty="0">
                <a:ea typeface="+mn-lt"/>
                <a:cs typeface="+mn-lt"/>
                <a:hlinkClick r:id="rId3"/>
              </a:rPr>
              <a:t>https://www.figma.com/file/Xkk9eD21bMWvyWtExih/MCAPS-Academy-Prototype?node-795</a:t>
            </a:r>
            <a:r>
              <a:rPr lang="en-US" dirty="0">
                <a:ea typeface="+mn-lt"/>
                <a:cs typeface="+mn-lt"/>
              </a:rPr>
              <a:t> (*link broken intentionally for privacy reasons)</a:t>
            </a:r>
            <a:endParaRPr lang="en-US" dirty="0">
              <a:latin typeface="Segoe UI"/>
              <a:cs typeface="Segoe UI"/>
            </a:endParaRPr>
          </a:p>
        </p:txBody>
      </p:sp>
    </p:spTree>
    <p:extLst>
      <p:ext uri="{BB962C8B-B14F-4D97-AF65-F5344CB8AC3E}">
        <p14:creationId xmlns:p14="http://schemas.microsoft.com/office/powerpoint/2010/main" val="1262629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6F6849-0443-4C97-D4B7-91C692214489}"/>
              </a:ext>
            </a:extLst>
          </p:cNvPr>
          <p:cNvSpPr txBox="1">
            <a:spLocks/>
          </p:cNvSpPr>
          <p:nvPr/>
        </p:nvSpPr>
        <p:spPr>
          <a:xfrm>
            <a:off x="384402" y="520783"/>
            <a:ext cx="2459255" cy="1278219"/>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sz="3800">
                <a:solidFill>
                  <a:schemeClr val="bg1"/>
                </a:solidFill>
                <a:latin typeface="Segoe UI"/>
                <a:cs typeface="Calibri Light"/>
              </a:rPr>
              <a:t>Welcome</a:t>
            </a:r>
          </a:p>
          <a:p>
            <a:r>
              <a:rPr lang="en-US" sz="3800">
                <a:solidFill>
                  <a:schemeClr val="bg1"/>
                </a:solidFill>
                <a:latin typeface="Segoe UI"/>
                <a:cs typeface="Calibri Light"/>
              </a:rPr>
              <a:t>Screen</a:t>
            </a:r>
          </a:p>
        </p:txBody>
      </p:sp>
      <p:pic>
        <p:nvPicPr>
          <p:cNvPr id="14" name="Picture 13">
            <a:extLst>
              <a:ext uri="{FF2B5EF4-FFF2-40B4-BE49-F238E27FC236}">
                <a16:creationId xmlns:a16="http://schemas.microsoft.com/office/drawing/2014/main" id="{A94D7746-5AEF-B2BE-6062-B8875BC097C1}"/>
              </a:ext>
            </a:extLst>
          </p:cNvPr>
          <p:cNvPicPr>
            <a:picLocks noChangeAspect="1"/>
          </p:cNvPicPr>
          <p:nvPr/>
        </p:nvPicPr>
        <p:blipFill>
          <a:blip r:embed="rId3"/>
          <a:stretch>
            <a:fillRect/>
          </a:stretch>
        </p:blipFill>
        <p:spPr>
          <a:xfrm>
            <a:off x="2704071" y="938568"/>
            <a:ext cx="8986283" cy="4980864"/>
          </a:xfrm>
          <a:prstGeom prst="rect">
            <a:avLst/>
          </a:prstGeom>
        </p:spPr>
      </p:pic>
    </p:spTree>
    <p:extLst>
      <p:ext uri="{BB962C8B-B14F-4D97-AF65-F5344CB8AC3E}">
        <p14:creationId xmlns:p14="http://schemas.microsoft.com/office/powerpoint/2010/main" val="3677162441"/>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E7DA57D-732C-1D7E-1073-5ECA701A9F53}"/>
              </a:ext>
            </a:extLst>
          </p:cNvPr>
          <p:cNvSpPr txBox="1">
            <a:spLocks/>
          </p:cNvSpPr>
          <p:nvPr/>
        </p:nvSpPr>
        <p:spPr>
          <a:xfrm>
            <a:off x="368527" y="671596"/>
            <a:ext cx="2459255" cy="659094"/>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sz="3800">
                <a:solidFill>
                  <a:schemeClr val="bg1"/>
                </a:solidFill>
                <a:latin typeface="Segoe UI"/>
                <a:cs typeface="Calibri Light"/>
              </a:rPr>
              <a:t>Edit Role</a:t>
            </a:r>
            <a:endParaRPr lang="en-US">
              <a:solidFill>
                <a:schemeClr val="bg1"/>
              </a:solidFill>
            </a:endParaRPr>
          </a:p>
        </p:txBody>
      </p:sp>
      <p:pic>
        <p:nvPicPr>
          <p:cNvPr id="3" name="Picture 2">
            <a:extLst>
              <a:ext uri="{FF2B5EF4-FFF2-40B4-BE49-F238E27FC236}">
                <a16:creationId xmlns:a16="http://schemas.microsoft.com/office/drawing/2014/main" id="{34320CEA-16BF-A1BF-8C24-5E06EF975BB0}"/>
              </a:ext>
            </a:extLst>
          </p:cNvPr>
          <p:cNvPicPr>
            <a:picLocks noChangeAspect="1"/>
          </p:cNvPicPr>
          <p:nvPr/>
        </p:nvPicPr>
        <p:blipFill>
          <a:blip r:embed="rId3"/>
          <a:stretch>
            <a:fillRect/>
          </a:stretch>
        </p:blipFill>
        <p:spPr>
          <a:xfrm>
            <a:off x="2680298" y="1120270"/>
            <a:ext cx="8876545" cy="4932091"/>
          </a:xfrm>
          <a:prstGeom prst="rect">
            <a:avLst/>
          </a:prstGeom>
        </p:spPr>
      </p:pic>
    </p:spTree>
    <p:extLst>
      <p:ext uri="{BB962C8B-B14F-4D97-AF65-F5344CB8AC3E}">
        <p14:creationId xmlns:p14="http://schemas.microsoft.com/office/powerpoint/2010/main" val="11954664"/>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A969EFA-842E-4EA4-7697-7DD5AC74CE55}"/>
              </a:ext>
            </a:extLst>
          </p:cNvPr>
          <p:cNvSpPr txBox="1">
            <a:spLocks/>
          </p:cNvSpPr>
          <p:nvPr/>
        </p:nvSpPr>
        <p:spPr>
          <a:xfrm>
            <a:off x="384402" y="502127"/>
            <a:ext cx="2459255" cy="1278219"/>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sz="3800">
                <a:solidFill>
                  <a:schemeClr val="bg1"/>
                </a:solidFill>
                <a:latin typeface="Segoe UI"/>
                <a:cs typeface="Calibri Light"/>
              </a:rPr>
              <a:t>Landing Content</a:t>
            </a:r>
          </a:p>
        </p:txBody>
      </p:sp>
      <p:pic>
        <p:nvPicPr>
          <p:cNvPr id="3" name="Picture 2">
            <a:extLst>
              <a:ext uri="{FF2B5EF4-FFF2-40B4-BE49-F238E27FC236}">
                <a16:creationId xmlns:a16="http://schemas.microsoft.com/office/drawing/2014/main" id="{1523804E-8DBD-DC42-C71E-F45F40595FF5}"/>
              </a:ext>
            </a:extLst>
          </p:cNvPr>
          <p:cNvPicPr>
            <a:picLocks noChangeAspect="1"/>
          </p:cNvPicPr>
          <p:nvPr/>
        </p:nvPicPr>
        <p:blipFill>
          <a:blip r:embed="rId3"/>
          <a:stretch>
            <a:fillRect/>
          </a:stretch>
        </p:blipFill>
        <p:spPr>
          <a:xfrm>
            <a:off x="3338253" y="530101"/>
            <a:ext cx="6675699" cy="5797798"/>
          </a:xfrm>
          <a:prstGeom prst="rect">
            <a:avLst/>
          </a:prstGeom>
        </p:spPr>
      </p:pic>
    </p:spTree>
    <p:extLst>
      <p:ext uri="{BB962C8B-B14F-4D97-AF65-F5344CB8AC3E}">
        <p14:creationId xmlns:p14="http://schemas.microsoft.com/office/powerpoint/2010/main" val="197037652"/>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A969EFA-842E-4EA4-7697-7DD5AC74CE55}"/>
              </a:ext>
            </a:extLst>
          </p:cNvPr>
          <p:cNvSpPr txBox="1">
            <a:spLocks/>
          </p:cNvSpPr>
          <p:nvPr/>
        </p:nvSpPr>
        <p:spPr>
          <a:xfrm>
            <a:off x="451244" y="587624"/>
            <a:ext cx="2459255" cy="649904"/>
          </a:xfrm>
          <a:prstGeom prst="rect">
            <a:avLst/>
          </a:prstGeom>
        </p:spPr>
        <p:txBody>
          <a:bodyPr lIns="91440" tIns="45720" rIns="91440" bIns="45720" anchor="b">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sz="3800">
                <a:solidFill>
                  <a:schemeClr val="bg1"/>
                </a:solidFill>
                <a:latin typeface="Segoe UI"/>
                <a:cs typeface="Calibri Light"/>
              </a:rPr>
              <a:t>Browse</a:t>
            </a:r>
            <a:endParaRPr lang="en-US">
              <a:solidFill>
                <a:schemeClr val="bg1"/>
              </a:solidFill>
              <a:latin typeface="Segoe UI"/>
              <a:cs typeface="Segoe UI"/>
            </a:endParaRPr>
          </a:p>
        </p:txBody>
      </p:sp>
      <p:pic>
        <p:nvPicPr>
          <p:cNvPr id="21" name="Picture 20">
            <a:extLst>
              <a:ext uri="{FF2B5EF4-FFF2-40B4-BE49-F238E27FC236}">
                <a16:creationId xmlns:a16="http://schemas.microsoft.com/office/drawing/2014/main" id="{46BBADC9-B00C-DB6D-ECC2-A330C3A13B21}"/>
              </a:ext>
            </a:extLst>
          </p:cNvPr>
          <p:cNvPicPr>
            <a:picLocks noChangeAspect="1"/>
          </p:cNvPicPr>
          <p:nvPr/>
        </p:nvPicPr>
        <p:blipFill>
          <a:blip r:embed="rId3"/>
          <a:stretch>
            <a:fillRect/>
          </a:stretch>
        </p:blipFill>
        <p:spPr>
          <a:xfrm>
            <a:off x="3486726" y="435604"/>
            <a:ext cx="6913463" cy="5986791"/>
          </a:xfrm>
          <a:prstGeom prst="rect">
            <a:avLst/>
          </a:prstGeom>
        </p:spPr>
      </p:pic>
    </p:spTree>
    <p:extLst>
      <p:ext uri="{BB962C8B-B14F-4D97-AF65-F5344CB8AC3E}">
        <p14:creationId xmlns:p14="http://schemas.microsoft.com/office/powerpoint/2010/main" val="273674116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A969EFA-842E-4EA4-7697-7DD5AC74CE55}"/>
              </a:ext>
            </a:extLst>
          </p:cNvPr>
          <p:cNvSpPr txBox="1">
            <a:spLocks/>
          </p:cNvSpPr>
          <p:nvPr/>
        </p:nvSpPr>
        <p:spPr>
          <a:xfrm>
            <a:off x="397770" y="514097"/>
            <a:ext cx="2459255" cy="1117799"/>
          </a:xfrm>
          <a:prstGeom prst="rect">
            <a:avLst/>
          </a:prstGeom>
        </p:spPr>
        <p:txBody>
          <a:bodyPr lIns="91440" tIns="45720" rIns="91440" bIns="45720" anchor="b">
            <a:normAutofit lnSpcReduction="10000"/>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sz="3800">
                <a:solidFill>
                  <a:schemeClr val="bg1"/>
                </a:solidFill>
                <a:latin typeface="Segoe UI"/>
                <a:cs typeface="Calibri Light"/>
              </a:rPr>
              <a:t>Course Details</a:t>
            </a:r>
          </a:p>
        </p:txBody>
      </p:sp>
      <p:pic>
        <p:nvPicPr>
          <p:cNvPr id="11" name="Picture 10">
            <a:extLst>
              <a:ext uri="{FF2B5EF4-FFF2-40B4-BE49-F238E27FC236}">
                <a16:creationId xmlns:a16="http://schemas.microsoft.com/office/drawing/2014/main" id="{874EC0EF-AB54-9585-3B91-B371E078179C}"/>
              </a:ext>
            </a:extLst>
          </p:cNvPr>
          <p:cNvPicPr>
            <a:picLocks noChangeAspect="1"/>
          </p:cNvPicPr>
          <p:nvPr/>
        </p:nvPicPr>
        <p:blipFill>
          <a:blip r:embed="rId3"/>
          <a:stretch>
            <a:fillRect/>
          </a:stretch>
        </p:blipFill>
        <p:spPr>
          <a:xfrm>
            <a:off x="3563105" y="589677"/>
            <a:ext cx="7401185" cy="5822185"/>
          </a:xfrm>
          <a:prstGeom prst="rect">
            <a:avLst/>
          </a:prstGeom>
        </p:spPr>
      </p:pic>
    </p:spTree>
    <p:extLst>
      <p:ext uri="{BB962C8B-B14F-4D97-AF65-F5344CB8AC3E}">
        <p14:creationId xmlns:p14="http://schemas.microsoft.com/office/powerpoint/2010/main" val="308206779"/>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32AE793-658E-AD54-E03B-E7557E5A61F6}"/>
              </a:ext>
            </a:extLst>
          </p:cNvPr>
          <p:cNvPicPr>
            <a:picLocks noChangeAspect="1"/>
          </p:cNvPicPr>
          <p:nvPr/>
        </p:nvPicPr>
        <p:blipFill>
          <a:blip r:embed="rId2"/>
          <a:stretch>
            <a:fillRect/>
          </a:stretch>
        </p:blipFill>
        <p:spPr>
          <a:xfrm>
            <a:off x="1715644" y="687222"/>
            <a:ext cx="8760711" cy="5749026"/>
          </a:xfrm>
          <a:prstGeom prst="rect">
            <a:avLst/>
          </a:prstGeom>
        </p:spPr>
      </p:pic>
    </p:spTree>
    <p:extLst>
      <p:ext uri="{BB962C8B-B14F-4D97-AF65-F5344CB8AC3E}">
        <p14:creationId xmlns:p14="http://schemas.microsoft.com/office/powerpoint/2010/main" val="3311734927"/>
      </p:ext>
    </p:extLst>
  </p:cSld>
  <p:clrMapOvr>
    <a:masterClrMapping/>
  </p:clrMapOvr>
</p:sld>
</file>

<file path=ppt/theme/theme1.xml><?xml version="1.0" encoding="utf-8"?>
<a:theme xmlns:a="http://schemas.openxmlformats.org/drawingml/2006/main" name="Frame">
  <a:themeElements>
    <a:clrScheme name="Frame">
      <a:dk1>
        <a:sysClr val="windowText" lastClr="000000"/>
      </a:dk1>
      <a:lt1>
        <a:sysClr val="window" lastClr="FFFFFF"/>
      </a:lt1>
      <a:dk2>
        <a:srgbClr val="4A3F38"/>
      </a:dk2>
      <a:lt2>
        <a:srgbClr val="EEEDCB"/>
      </a:lt2>
      <a:accent1>
        <a:srgbClr val="818E9F"/>
      </a:accent1>
      <a:accent2>
        <a:srgbClr val="D26400"/>
      </a:accent2>
      <a:accent3>
        <a:srgbClr val="C3BA45"/>
      </a:accent3>
      <a:accent4>
        <a:srgbClr val="8A8552"/>
      </a:accent4>
      <a:accent5>
        <a:srgbClr val="F3B843"/>
      </a:accent5>
      <a:accent6>
        <a:srgbClr val="786C71"/>
      </a:accent6>
      <a:hlink>
        <a:srgbClr val="46A7CA"/>
      </a:hlink>
      <a:folHlink>
        <a:srgbClr val="B2B2B2"/>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9935E573-C197-41A8-BCA1-5D5F62C560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5</TotalTime>
  <Words>198</Words>
  <Application>Microsoft Office PowerPoint</Application>
  <PresentationFormat>Widescreen</PresentationFormat>
  <Paragraphs>26</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Corbel</vt:lpstr>
      <vt:lpstr>Segoe UI</vt:lpstr>
      <vt:lpstr>Wingdings 2</vt:lpstr>
      <vt:lpstr>Frame</vt:lpstr>
      <vt:lpstr>Onboarding App</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Federico   Leal Quintero</cp:lastModifiedBy>
  <cp:revision>4</cp:revision>
  <dcterms:created xsi:type="dcterms:W3CDTF">2022-06-01T01:28:42Z</dcterms:created>
  <dcterms:modified xsi:type="dcterms:W3CDTF">2026-01-28T17:58:19Z</dcterms:modified>
</cp:coreProperties>
</file>